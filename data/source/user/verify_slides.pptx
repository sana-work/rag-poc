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 about Apple.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 about Banana.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 about Cherry.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